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200900" cy="72009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9C76"/>
    <a:srgbClr val="0000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920" y="-108"/>
      </p:cViewPr>
      <p:guideLst>
        <p:guide orient="horz" pos="2268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68" y="2236947"/>
            <a:ext cx="6120765" cy="15435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135" y="4080510"/>
            <a:ext cx="504063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681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19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21" y="4627245"/>
            <a:ext cx="6120765" cy="143017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21" y="3052049"/>
            <a:ext cx="6120765" cy="15751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521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3786" y="1763554"/>
            <a:ext cx="2491561" cy="49906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5362" y="1763554"/>
            <a:ext cx="2491562" cy="49906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127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45" y="288370"/>
            <a:ext cx="648081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45" y="1611869"/>
            <a:ext cx="3181648" cy="6717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45" y="2283619"/>
            <a:ext cx="3181648" cy="41488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7957" y="1611869"/>
            <a:ext cx="3182898" cy="6717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57957" y="2283619"/>
            <a:ext cx="3182898" cy="41488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752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488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46" y="286702"/>
            <a:ext cx="2369046" cy="12201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5352" y="286703"/>
            <a:ext cx="4025503" cy="6145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46" y="1506856"/>
            <a:ext cx="2369046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796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27" y="5040630"/>
            <a:ext cx="4320540" cy="595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1427" y="643414"/>
            <a:ext cx="4320540" cy="43205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1427" y="5635705"/>
            <a:ext cx="4320540" cy="8451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50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75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11764" y="303372"/>
            <a:ext cx="1275159" cy="64508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3786" y="303372"/>
            <a:ext cx="3707963" cy="64508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599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45" y="288370"/>
            <a:ext cx="6480810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45" y="1680211"/>
            <a:ext cx="6480810" cy="4752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045" y="6674168"/>
            <a:ext cx="168021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C3F07-FD21-4DDC-8E89-4267BDC234CB}" type="datetimeFigureOut">
              <a:rPr lang="en-PH" smtClean="0"/>
              <a:t>02/14/2020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0308" y="6674168"/>
            <a:ext cx="2280285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0645" y="6674168"/>
            <a:ext cx="1680210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94199-E2FC-4F6E-8C0D-DC1F205715B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791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/>
          <p:cNvSpPr/>
          <p:nvPr/>
        </p:nvSpPr>
        <p:spPr>
          <a:xfrm rot="11771155" flipH="1">
            <a:off x="3812055" y="4508510"/>
            <a:ext cx="1159727" cy="2304256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ight Triangle 14"/>
          <p:cNvSpPr/>
          <p:nvPr/>
        </p:nvSpPr>
        <p:spPr>
          <a:xfrm rot="9828845">
            <a:off x="2249461" y="4508509"/>
            <a:ext cx="1159727" cy="2304256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gular Pentagon 16"/>
          <p:cNvSpPr/>
          <p:nvPr/>
        </p:nvSpPr>
        <p:spPr>
          <a:xfrm rot="10800000">
            <a:off x="3355565" y="4752578"/>
            <a:ext cx="518621" cy="2392184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gular Pentagon 17"/>
          <p:cNvSpPr/>
          <p:nvPr/>
        </p:nvSpPr>
        <p:spPr>
          <a:xfrm>
            <a:off x="3319561" y="4536554"/>
            <a:ext cx="590629" cy="432048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gular Pentagon 7"/>
          <p:cNvSpPr/>
          <p:nvPr/>
        </p:nvSpPr>
        <p:spPr>
          <a:xfrm rot="10800000">
            <a:off x="2563934" y="2448322"/>
            <a:ext cx="2088232" cy="2304256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/>
          <p:cNvSpPr/>
          <p:nvPr/>
        </p:nvSpPr>
        <p:spPr>
          <a:xfrm>
            <a:off x="1562648" y="2304306"/>
            <a:ext cx="4104456" cy="115212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4" name="Group 13"/>
          <p:cNvGrpSpPr/>
          <p:nvPr/>
        </p:nvGrpSpPr>
        <p:grpSpPr>
          <a:xfrm>
            <a:off x="2756359" y="1512218"/>
            <a:ext cx="1703380" cy="1584176"/>
            <a:chOff x="2729171" y="1512218"/>
            <a:chExt cx="1771410" cy="1584176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2" name="Rounded Rectangle 11"/>
            <p:cNvSpPr/>
            <p:nvPr/>
          </p:nvSpPr>
          <p:spPr>
            <a:xfrm>
              <a:off x="2729171" y="1512218"/>
              <a:ext cx="1771410" cy="1368152"/>
            </a:xfrm>
            <a:prstGeom prst="roundRect">
              <a:avLst>
                <a:gd name="adj" fmla="val 177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Oval 12"/>
            <p:cNvSpPr/>
            <p:nvPr/>
          </p:nvSpPr>
          <p:spPr>
            <a:xfrm>
              <a:off x="2729171" y="2304306"/>
              <a:ext cx="1771410" cy="7920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35607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72" y="1112367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9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1584226" y="1584226"/>
            <a:ext cx="3548452" cy="34563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/>
          <p:cNvSpPr/>
          <p:nvPr/>
        </p:nvSpPr>
        <p:spPr>
          <a:xfrm>
            <a:off x="1924206" y="1584226"/>
            <a:ext cx="3548452" cy="34563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2" name="Group 11"/>
          <p:cNvGrpSpPr/>
          <p:nvPr/>
        </p:nvGrpSpPr>
        <p:grpSpPr>
          <a:xfrm>
            <a:off x="2736483" y="1458536"/>
            <a:ext cx="2880320" cy="3770263"/>
            <a:chOff x="2612398" y="1458536"/>
            <a:chExt cx="2880320" cy="3770263"/>
          </a:xfrm>
        </p:grpSpPr>
        <p:sp>
          <p:nvSpPr>
            <p:cNvPr id="8" name="TextBox 7"/>
            <p:cNvSpPr txBox="1"/>
            <p:nvPr/>
          </p:nvSpPr>
          <p:spPr>
            <a:xfrm>
              <a:off x="2612398" y="1458536"/>
              <a:ext cx="2880320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3900" dirty="0" smtClean="0">
                  <a:solidFill>
                    <a:schemeClr val="bg1"/>
                  </a:solidFill>
                  <a:latin typeface="Arial Rounded MT Bold" pitchFamily="34" charset="0"/>
                </a:rPr>
                <a:t>P</a:t>
              </a:r>
              <a:endParaRPr lang="en-PH" sz="23900" dirty="0">
                <a:solidFill>
                  <a:schemeClr val="bg1"/>
                </a:solidFill>
                <a:latin typeface="Arial Rounded MT Bold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736354" y="2770285"/>
              <a:ext cx="2016224" cy="14401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36354" y="3080878"/>
              <a:ext cx="2016224" cy="14401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05555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584226" y="1584226"/>
            <a:ext cx="3548452" cy="34563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Oval 6"/>
          <p:cNvSpPr/>
          <p:nvPr/>
        </p:nvSpPr>
        <p:spPr>
          <a:xfrm>
            <a:off x="1924206" y="1584226"/>
            <a:ext cx="3548452" cy="345638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5-Point Star 7"/>
          <p:cNvSpPr/>
          <p:nvPr/>
        </p:nvSpPr>
        <p:spPr>
          <a:xfrm>
            <a:off x="2688551" y="2403317"/>
            <a:ext cx="2019761" cy="1818202"/>
          </a:xfrm>
          <a:prstGeom prst="star5">
            <a:avLst>
              <a:gd name="adj" fmla="val 29073"/>
              <a:gd name="hf" fmla="val 105146"/>
              <a:gd name="vf" fmla="val 11055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240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</Words>
  <Application>Microsoft Office PowerPoint</Application>
  <PresentationFormat>Custom</PresentationFormat>
  <Paragraphs>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9</cp:revision>
  <dcterms:created xsi:type="dcterms:W3CDTF">2020-02-13T23:40:23Z</dcterms:created>
  <dcterms:modified xsi:type="dcterms:W3CDTF">2020-02-14T02:29:36Z</dcterms:modified>
</cp:coreProperties>
</file>